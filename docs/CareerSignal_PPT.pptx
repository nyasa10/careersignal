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274320"/>
            <a:ext cx="2560320" cy="256032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CareerSignal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Intelligence &amp;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Readiness Analytics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PostgreSQL  •  SQL  •  Power BI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|   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Analytics  •  HR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generate massive placement data but lack actionable insights to improve outcomes.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analysis, decision-makers fly blind — unable to identify which students need support or which recruitment channels deliver results.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1810512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Analyze student readiness across skills &amp; academics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Measure placement performance by branch &amp; tier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Map recruitment funnel efficiency end-to-end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Quantify skill impact on placement outcomes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bridges the gap between raw placement data and strategic decision-making.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0" y="109728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1143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926080" y="1828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246888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56032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246888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256032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Executed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80760" y="2514600"/>
            <a:ext cx="246888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256032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345643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02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822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branch, college tier, academic scores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45643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502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822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DSA, Python, SQL, communication &amp; aptitude scores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61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4681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attempts, clearances, interviews received per student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31596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361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00600" y="4681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status, package (LPA), offers received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ER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0" y="1371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6160" y="1874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student_id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cgpa,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internships, projects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20040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3675888"/>
            <a:ext cx="20665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 student_id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dsa_score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python_score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sql_score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comm_score, aptitude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17320" y="2834640"/>
            <a:ext cx="31546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417320" y="2834640"/>
            <a:ext cx="9144" cy="36576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29000" y="320040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38728" y="3675888"/>
            <a:ext cx="20665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 student_id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oa_attempted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oa_cleared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interviews_received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834640"/>
            <a:ext cx="914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0" y="2834640"/>
            <a:ext cx="9144" cy="36576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583680" y="320040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408" y="3675888"/>
            <a:ext cx="20665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 student_id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package_lpa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offers_received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31546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26680" y="2834640"/>
            <a:ext cx="9144" cy="36576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0" y="2834640"/>
            <a:ext cx="9144" cy="36576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 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relationships established across </a:t>
            </a:r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ANALYTICS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Analytical SQL Queries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828800"/>
            <a:ext cx="2432304" cy="50292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84708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COUNT(placed=1) / COUNT(*)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23957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&amp; branch-wise placement 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Branch-wise Package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55848" y="1828800"/>
            <a:ext cx="2432304" cy="50292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84708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AVG(package_lpa) GROUP BY branch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55848" y="23957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CTC per engineering branch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417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 Conversion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81928" y="1828800"/>
            <a:ext cx="2432304" cy="50292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84708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SUM(oa_cleared)/SUM(oa_attempted)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81928" y="23957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assessment pass-through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Performing Branch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" y="3520440"/>
            <a:ext cx="2432304" cy="50292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53872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 OVER (ORDER BY placement_rate)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" y="408736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branches by placement success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108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Performance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55848" y="3520440"/>
            <a:ext cx="2432304" cy="50292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53872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AVG(dsa_score) GROUP BY branch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55848" y="408736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Branch-wise skill comparison &amp; placement benchmarking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085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  </a:t>
            </a:r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Functions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 — EXECUTIVE OVERVIEW</a:t>
            </a:r>
            <a:endParaRPr lang="en-US" sz="2400" dirty="0"/>
          </a:p>
        </p:txBody>
      </p:sp>
      <p:pic>
        <p:nvPicPr>
          <p:cNvPr id="4" name="Image 0" descr="/home/claude/dashboar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6692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52044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6364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45.74%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6364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placement rate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63640" y="2157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6.08 LPA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63640" y="2432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package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6364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63640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 tracked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63640" y="33284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2,287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63640" y="3602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placed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63640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63640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Placement Rate Branch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2 — PLACEMENT FUNNEL ANALYSIS</a:t>
            </a:r>
            <a:endParaRPr lang="en-US" sz="2400" dirty="0"/>
          </a:p>
        </p:txBody>
      </p:sp>
      <p:pic>
        <p:nvPicPr>
          <p:cNvPr id="4" name="Image 0" descr="/home/claude/dashboar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6692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52044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Metrics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6364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434K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63640" y="1819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2066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315K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63640" y="2313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attempted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63640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38.35%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63640" y="28072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conversion rate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3054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28.40%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63640" y="33009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conversion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63640" y="3547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10.07%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63640" y="37947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Interview→Offer rate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263640" y="42885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Interview 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3 — SKILL INTELLIGENCE DASHBOARD</a:t>
            </a:r>
            <a:endParaRPr lang="en-US" sz="2400" dirty="0"/>
          </a:p>
        </p:txBody>
      </p:sp>
      <p:pic>
        <p:nvPicPr>
          <p:cNvPr id="4" name="Image 0" descr="/home/claude/dashboar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6692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52044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Metrics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6364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55.97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63640" y="1819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resume score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2066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63640" y="2313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internship count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63640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63640" y="28072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DSA score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3054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63640" y="33009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communication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63640" y="3547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63640" y="37947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DSA branch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263640" y="42885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placement rate by college tier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269748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3619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45.74%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9768" y="2029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30428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45.74% secured placements — highlighting significant opportunity for institutional intervention.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78992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353312"/>
            <a:ext cx="2697480" cy="228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53619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6.08 LPA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10128" y="2029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Package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30428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average CTC across all branches, with CSE commanding the highest packages.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078992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78992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53312"/>
            <a:ext cx="269748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53619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 Leads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90488" y="2029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Branch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0488" y="230428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consistently leads in placement rate, interview opportunities and average package.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53512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53512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227832"/>
            <a:ext cx="269748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41071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29768" y="3904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 Conversion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" y="417880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funnel drop occurs between OA Attempted and OA Cleared — the critical intervention point.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2953512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53512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227832"/>
            <a:ext cx="269748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41071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28.40%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310128" y="3904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Conv.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0128" y="417880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opportunities drop significantly after OA clearance, highlighting a key funnel bottleneck.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2953512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953512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3227832"/>
            <a:ext cx="2697480" cy="2286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410712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 &gt; Tech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190488" y="3904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Pattern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0488" y="417880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scores remain consistently stronger than technical skills across all branches.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2529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placement performance gaps across branches, enabling targeted faculty interventions.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9933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93852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end-to-end recruitment funnel efficiency from application to offer.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6148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066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skill-readiness indicators to connect academic preparation with placement outcomes.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52958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4747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data-driven placement strategy decisions for placement cells and career counselors.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51376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2976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4281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interactive, filterable Power BI analytics solution across 3 dashboard pages.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CareerSignal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1810512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placement intelligence platform concept that enables colleges to improve employability outcomes through analytics-driven interventions, recruitment funnel visibility, and student readiness insights.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07792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99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3447288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4015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Officers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" y="3849624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039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Counselors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4251960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062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907792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999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 Metric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4564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Rate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9204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students securing employment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academic cohort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next iteration of CareerSignal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508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Placement Predictor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993392"/>
            <a:ext cx="3785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placement probability for each student using Random Forest / XGBoost models trained on historical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508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356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993392"/>
            <a:ext cx="3785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integration via APIs — auto-refresh dashboards as placement data streams in during placement season.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383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Recommendation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3867912"/>
            <a:ext cx="3785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engine that suggests resume improvements based on job descriptions and top-placed student profiles.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2461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3383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Analysis Tool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10912" y="3867912"/>
            <a:ext cx="3785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individual skill gaps vs. industry benchmarks and generate personalized learning roadmaps per student.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CareerSignal  •  Placement Intelligence &amp; Student Readiness Analytics  •  Built with SQL + Power BI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CareerSignal: Placement Intelligence &amp; Student Readiness Analytics</dc:title>
  <dc:subject>PptxGenJS Presentation</dc:subject>
  <dc:creator>PptxGenJS</dc:creator>
  <cp:lastModifiedBy>PptxGenJS</cp:lastModifiedBy>
  <cp:revision>1</cp:revision>
  <dcterms:created xsi:type="dcterms:W3CDTF">2026-06-12T16:59:03Z</dcterms:created>
  <dcterms:modified xsi:type="dcterms:W3CDTF">2026-06-12T16:59:03Z</dcterms:modified>
</cp:coreProperties>
</file>